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839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1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99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78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45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41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6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5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18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8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88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3703A-16FD-498A-A928-261A469E520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30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48126" y="1058779"/>
            <a:ext cx="12192000" cy="3509963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CampusFix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>Making Campus IT Support Faster and Easier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Founder:</a:t>
            </a:r>
            <a:r>
              <a:rPr lang="en-US" dirty="0" smtClean="0"/>
              <a:t> Peter </a:t>
            </a:r>
            <a:r>
              <a:rPr lang="en-US" dirty="0" err="1" smtClean="0"/>
              <a:t>Ochihai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Field:</a:t>
            </a:r>
            <a:r>
              <a:rPr lang="en-US" dirty="0" smtClean="0"/>
              <a:t> Information Technology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470358"/>
            <a:ext cx="12192000" cy="423511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7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3124130"/>
            <a:ext cx="388664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face common IT problems: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Computer and software errors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Internet and network problems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Printer problems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Slow IT support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No easy way to track requests</a:t>
            </a:r>
          </a:p>
        </p:txBody>
      </p:sp>
    </p:spTree>
    <p:extLst>
      <p:ext uri="{BB962C8B-B14F-4D97-AF65-F5344CB8AC3E}">
        <p14:creationId xmlns:p14="http://schemas.microsoft.com/office/powerpoint/2010/main" val="1545685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3124130"/>
            <a:ext cx="487825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CampusFix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an online IT support system.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Report IT problems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Describe the issue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Track request status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Receive updates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See when problems are resolved</a:t>
            </a:r>
          </a:p>
        </p:txBody>
      </p:sp>
    </p:spTree>
    <p:extLst>
      <p:ext uri="{BB962C8B-B14F-4D97-AF65-F5344CB8AC3E}">
        <p14:creationId xmlns:p14="http://schemas.microsoft.com/office/powerpoint/2010/main" val="1251548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847131"/>
            <a:ext cx="327974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CampusFix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logs 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Reports a problem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staff receives the request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Staff updates the status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tracks progress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is resolved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670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Target Users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985631"/>
            <a:ext cx="353494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Users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College and university students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Campus IT technicians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Users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Lecturers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Lab administrators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School administrators</a:t>
            </a:r>
          </a:p>
        </p:txBody>
      </p:sp>
    </p:spTree>
    <p:extLst>
      <p:ext uri="{BB962C8B-B14F-4D97-AF65-F5344CB8AC3E}">
        <p14:creationId xmlns:p14="http://schemas.microsoft.com/office/powerpoint/2010/main" val="1516760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Target Market</a:t>
            </a:r>
            <a:endParaRPr lang="en-US" dirty="0" smtClean="0"/>
          </a:p>
          <a:p>
            <a:r>
              <a:rPr lang="en-US" dirty="0" smtClean="0"/>
              <a:t>Colleges and universities </a:t>
            </a:r>
          </a:p>
          <a:p>
            <a:r>
              <a:rPr lang="en-US" dirty="0" smtClean="0"/>
              <a:t>Institutions needing better IT support management </a:t>
            </a:r>
          </a:p>
          <a:p>
            <a:r>
              <a:rPr lang="en-US" b="1" dirty="0" smtClean="0"/>
              <a:t>Growth Plan</a:t>
            </a:r>
            <a:endParaRPr lang="en-US" dirty="0" smtClean="0"/>
          </a:p>
          <a:p>
            <a:r>
              <a:rPr lang="en-US" dirty="0" smtClean="0"/>
              <a:t>One campus </a:t>
            </a:r>
          </a:p>
          <a:p>
            <a:r>
              <a:rPr lang="en-US" dirty="0" smtClean="0"/>
              <a:t>Several campuses </a:t>
            </a:r>
          </a:p>
          <a:p>
            <a:r>
              <a:rPr lang="en-US" dirty="0" smtClean="0"/>
              <a:t>More institutions across Kenya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162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Revenue Sources</a:t>
            </a:r>
            <a:endParaRPr lang="en-US" dirty="0" smtClean="0"/>
          </a:p>
          <a:p>
            <a:r>
              <a:rPr lang="en-US" dirty="0" smtClean="0"/>
              <a:t>Institution subscriptions </a:t>
            </a:r>
          </a:p>
          <a:p>
            <a:r>
              <a:rPr lang="en-US" dirty="0" smtClean="0"/>
              <a:t>Setup fees </a:t>
            </a:r>
          </a:p>
          <a:p>
            <a:r>
              <a:rPr lang="en-US" dirty="0" smtClean="0"/>
              <a:t>Premium reports </a:t>
            </a:r>
          </a:p>
          <a:p>
            <a:r>
              <a:rPr lang="en-US" dirty="0" smtClean="0"/>
              <a:t>Technical support </a:t>
            </a:r>
          </a:p>
          <a:p>
            <a:r>
              <a:rPr lang="en-US" b="1" dirty="0" smtClean="0"/>
              <a:t>For Students</a:t>
            </a:r>
            <a:endParaRPr lang="en-US" dirty="0" smtClean="0"/>
          </a:p>
          <a:p>
            <a:r>
              <a:rPr lang="en-US" dirty="0" smtClean="0"/>
              <a:t>Students can report problems for free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851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Traction / Validation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Current Stage: Idea / MVP Planning</a:t>
            </a:r>
            <a:endParaRPr lang="en-US" dirty="0" smtClean="0"/>
          </a:p>
          <a:p>
            <a:r>
              <a:rPr lang="en-US" b="1" dirty="0" smtClean="0"/>
              <a:t>How I Will Validate </a:t>
            </a:r>
            <a:r>
              <a:rPr lang="en-US" b="1" dirty="0" err="1" smtClean="0"/>
              <a:t>CampusFix</a:t>
            </a:r>
            <a:r>
              <a:rPr lang="en-US" b="1" dirty="0" smtClean="0"/>
              <a:t>:</a:t>
            </a:r>
            <a:endParaRPr lang="en-US" dirty="0" smtClean="0"/>
          </a:p>
          <a:p>
            <a:r>
              <a:rPr lang="en-US" dirty="0" smtClean="0"/>
              <a:t>Interview students about IT problems </a:t>
            </a:r>
          </a:p>
          <a:p>
            <a:r>
              <a:rPr lang="en-US" dirty="0" smtClean="0"/>
              <a:t>Talk to campus IT staff </a:t>
            </a:r>
          </a:p>
          <a:p>
            <a:r>
              <a:rPr lang="en-US" dirty="0" smtClean="0"/>
              <a:t>Build a simple prototype </a:t>
            </a:r>
          </a:p>
          <a:p>
            <a:r>
              <a:rPr lang="en-US" dirty="0" smtClean="0"/>
              <a:t>Test it with students </a:t>
            </a:r>
          </a:p>
          <a:p>
            <a:r>
              <a:rPr lang="en-US" dirty="0" smtClean="0"/>
              <a:t>Collect user feedback </a:t>
            </a:r>
          </a:p>
          <a:p>
            <a:r>
              <a:rPr lang="en-US" dirty="0" smtClean="0"/>
              <a:t>Improve the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346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Competition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Current Alternatives</a:t>
            </a:r>
            <a:endParaRPr lang="en-US" dirty="0" smtClean="0"/>
          </a:p>
          <a:p>
            <a:r>
              <a:rPr lang="en-US" dirty="0" smtClean="0"/>
              <a:t>WhatsApp </a:t>
            </a:r>
          </a:p>
          <a:p>
            <a:r>
              <a:rPr lang="en-US" dirty="0" smtClean="0"/>
              <a:t>Phone calls </a:t>
            </a:r>
          </a:p>
          <a:p>
            <a:r>
              <a:rPr lang="en-US" dirty="0" smtClean="0"/>
              <a:t>Email </a:t>
            </a:r>
          </a:p>
          <a:p>
            <a:r>
              <a:rPr lang="en-US" dirty="0" smtClean="0"/>
              <a:t>Verbal reporting </a:t>
            </a:r>
          </a:p>
          <a:p>
            <a:r>
              <a:rPr lang="en-US" dirty="0" smtClean="0"/>
              <a:t>Paper forms </a:t>
            </a:r>
          </a:p>
          <a:p>
            <a:r>
              <a:rPr lang="en-US" b="1" dirty="0" err="1" smtClean="0"/>
              <a:t>CampusFix</a:t>
            </a:r>
            <a:endParaRPr lang="en-US" dirty="0" smtClean="0"/>
          </a:p>
          <a:p>
            <a:r>
              <a:rPr lang="en-US" dirty="0" smtClean="0"/>
              <a:t>Reporting, tracking, and updates in one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183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Go-to-Market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Partner with IT departments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 CampusFix to students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student groups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 on social media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 with one department or lab </a:t>
            </a:r>
          </a:p>
        </p:txBody>
      </p:sp>
    </p:spTree>
    <p:extLst>
      <p:ext uri="{BB962C8B-B14F-4D97-AF65-F5344CB8AC3E}">
        <p14:creationId xmlns:p14="http://schemas.microsoft.com/office/powerpoint/2010/main" val="2976173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Go-to-Market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Getting Our First Users</a:t>
            </a:r>
            <a:endParaRPr lang="en-US" dirty="0" smtClean="0"/>
          </a:p>
          <a:p>
            <a:r>
              <a:rPr lang="en-US" dirty="0" smtClean="0"/>
              <a:t>Partner with IT departments </a:t>
            </a:r>
          </a:p>
          <a:p>
            <a:r>
              <a:rPr lang="en-US" dirty="0" smtClean="0"/>
              <a:t>Demonstrate to students </a:t>
            </a:r>
          </a:p>
          <a:p>
            <a:r>
              <a:rPr lang="en-US" dirty="0" smtClean="0"/>
              <a:t>Use student groups </a:t>
            </a:r>
          </a:p>
          <a:p>
            <a:r>
              <a:rPr lang="en-US" dirty="0" smtClean="0"/>
              <a:t>Promote on social media </a:t>
            </a:r>
          </a:p>
          <a:p>
            <a:r>
              <a:rPr lang="en-US" dirty="0" smtClean="0"/>
              <a:t>Start with one department or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380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Peter </a:t>
            </a:r>
            <a:r>
              <a:rPr lang="en-US" b="1" dirty="0" err="1" smtClean="0"/>
              <a:t>Ochihai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>Founder / IT Student</a:t>
            </a:r>
            <a:endParaRPr lang="en-US" dirty="0" smtClean="0"/>
          </a:p>
          <a:p>
            <a:r>
              <a:rPr lang="en-US" b="1" dirty="0" smtClean="0"/>
              <a:t>Responsibilities</a:t>
            </a:r>
            <a:endParaRPr lang="en-US" dirty="0" smtClean="0"/>
          </a:p>
          <a:p>
            <a:r>
              <a:rPr lang="en-US" dirty="0" smtClean="0"/>
              <a:t>System development </a:t>
            </a:r>
          </a:p>
          <a:p>
            <a:r>
              <a:rPr lang="en-US" dirty="0" smtClean="0"/>
              <a:t>Database management </a:t>
            </a:r>
          </a:p>
          <a:p>
            <a:r>
              <a:rPr lang="en-US" dirty="0" smtClean="0"/>
              <a:t>User testing </a:t>
            </a:r>
          </a:p>
          <a:p>
            <a:r>
              <a:rPr lang="en-US" dirty="0" smtClean="0"/>
              <a:t>System maintenance </a:t>
            </a:r>
          </a:p>
          <a:p>
            <a:r>
              <a:rPr lang="en-US" dirty="0" smtClean="0"/>
              <a:t>User feedback </a:t>
            </a:r>
          </a:p>
          <a:p>
            <a:r>
              <a:rPr lang="en-US" b="1" dirty="0" smtClean="0"/>
              <a:t>Future:</a:t>
            </a:r>
            <a:r>
              <a:rPr lang="en-US" dirty="0" smtClean="0"/>
              <a:t> Add developers and UI/UX designers as the project grows.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333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Resources For</a:t>
            </a:r>
            <a:endParaRPr lang="en-US" dirty="0" smtClean="0"/>
          </a:p>
          <a:p>
            <a:r>
              <a:rPr lang="en-US" dirty="0" smtClean="0"/>
              <a:t>Software development </a:t>
            </a:r>
          </a:p>
          <a:p>
            <a:r>
              <a:rPr lang="en-US" dirty="0" smtClean="0"/>
              <a:t>Hosting </a:t>
            </a:r>
          </a:p>
          <a:p>
            <a:r>
              <a:rPr lang="en-US" dirty="0" smtClean="0"/>
              <a:t>Database </a:t>
            </a:r>
          </a:p>
          <a:p>
            <a:r>
              <a:rPr lang="en-US" dirty="0" smtClean="0"/>
              <a:t>Testing </a:t>
            </a:r>
          </a:p>
          <a:p>
            <a:r>
              <a:rPr lang="en-US" dirty="0" smtClean="0"/>
              <a:t>User research </a:t>
            </a:r>
          </a:p>
          <a:p>
            <a:r>
              <a:rPr lang="en-US" b="1" dirty="0" smtClean="0"/>
              <a:t>Goal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Test </a:t>
            </a:r>
            <a:r>
              <a:rPr lang="en-US" dirty="0" err="1" smtClean="0"/>
              <a:t>CampusFix</a:t>
            </a:r>
            <a:r>
              <a:rPr lang="en-US" dirty="0" smtClean="0"/>
              <a:t> with students and campus IT staff.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649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343</Words>
  <Application>Microsoft Office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CampusFix Making Campus IT Support Faster and Easier Founder: Peter Ochihai Field: Information Technology </vt:lpstr>
      <vt:lpstr>Problem</vt:lpstr>
      <vt:lpstr>Solution</vt:lpstr>
      <vt:lpstr>Product</vt:lpstr>
      <vt:lpstr>Target Users</vt:lpstr>
      <vt:lpstr>Market</vt:lpstr>
      <vt:lpstr>Business Model</vt:lpstr>
      <vt:lpstr>Traction / Validation</vt:lpstr>
      <vt:lpstr> Competition</vt:lpstr>
      <vt:lpstr>Go-to-Market</vt:lpstr>
      <vt:lpstr>Go-to-Market</vt:lpstr>
      <vt:lpstr>Team</vt:lpstr>
      <vt:lpstr>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CampusFix Making Campus IT Support Faster and Easier Founder: Peter Ochihai Field: Information Technology</dc:title>
  <dc:creator>ADMIN</dc:creator>
  <cp:lastModifiedBy>ADMIN</cp:lastModifiedBy>
  <cp:revision>5</cp:revision>
  <dcterms:created xsi:type="dcterms:W3CDTF">2026-09-30T12:28:36Z</dcterms:created>
  <dcterms:modified xsi:type="dcterms:W3CDTF">2026-09-30T13:06:57Z</dcterms:modified>
</cp:coreProperties>
</file>