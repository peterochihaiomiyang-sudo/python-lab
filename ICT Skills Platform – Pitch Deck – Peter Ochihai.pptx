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703A-16FD-498A-A928-261A469E520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72C-FEE5-4D79-8C7F-712F7548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839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703A-16FD-498A-A928-261A469E520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72C-FEE5-4D79-8C7F-712F7548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010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703A-16FD-498A-A928-261A469E520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72C-FEE5-4D79-8C7F-712F7548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499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703A-16FD-498A-A928-261A469E520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72C-FEE5-4D79-8C7F-712F7548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578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703A-16FD-498A-A928-261A469E520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72C-FEE5-4D79-8C7F-712F7548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145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703A-16FD-498A-A928-261A469E520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72C-FEE5-4D79-8C7F-712F7548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841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703A-16FD-498A-A928-261A469E520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72C-FEE5-4D79-8C7F-712F7548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6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703A-16FD-498A-A928-261A469E520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72C-FEE5-4D79-8C7F-712F7548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455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703A-16FD-498A-A928-261A469E520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72C-FEE5-4D79-8C7F-712F7548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718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703A-16FD-498A-A928-261A469E520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72C-FEE5-4D79-8C7F-712F7548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78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703A-16FD-498A-A928-261A469E520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8B72C-FEE5-4D79-8C7F-712F7548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488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63703A-16FD-498A-A928-261A469E520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A8B72C-FEE5-4D79-8C7F-712F7548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130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ICT </a:t>
            </a:r>
            <a:r>
              <a:rPr lang="en-US" b="1" dirty="0"/>
              <a:t>Skills Platform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Tagline:</a:t>
            </a:r>
            <a:r>
              <a:rPr lang="en-US" dirty="0"/>
              <a:t> </a:t>
            </a:r>
            <a:r>
              <a:rPr lang="en-US" i="1" dirty="0"/>
              <a:t>Learn Digital Skills. Build Your Future.</a:t>
            </a:r>
            <a:endParaRPr lang="en-US" dirty="0"/>
          </a:p>
          <a:p>
            <a:r>
              <a:rPr lang="en-US" dirty="0"/>
              <a:t>A practical learning platform helping young people develop computer and digital skills for school, work, and entrepreneurship.</a:t>
            </a:r>
          </a:p>
          <a:p>
            <a:r>
              <a:rPr lang="en-US" b="1" dirty="0"/>
              <a:t>Founder:</a:t>
            </a:r>
            <a:r>
              <a:rPr lang="en-US" dirty="0"/>
              <a:t> Peter </a:t>
            </a:r>
            <a:r>
              <a:rPr lang="en-US" dirty="0" err="1"/>
              <a:t>Ochihai</a:t>
            </a:r>
            <a:r>
              <a:rPr lang="en-US" dirty="0"/>
              <a:t> </a:t>
            </a:r>
            <a:r>
              <a:rPr lang="en-US" dirty="0" err="1" smtClean="0"/>
              <a:t>Omiyang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81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young people want to work in the digital economy but struggle to access practical and affordable training.</a:t>
            </a:r>
          </a:p>
          <a:p>
            <a:r>
              <a:rPr lang="en-US" dirty="0"/>
              <a:t>Limited access to quality digital-skills training </a:t>
            </a:r>
          </a:p>
          <a:p>
            <a:r>
              <a:rPr lang="en-US" dirty="0"/>
              <a:t>Many courses are too theoretical </a:t>
            </a:r>
          </a:p>
          <a:p>
            <a:r>
              <a:rPr lang="en-US" dirty="0"/>
              <a:t>Beginners may not know where to start </a:t>
            </a:r>
          </a:p>
          <a:p>
            <a:r>
              <a:rPr lang="en-US" dirty="0"/>
              <a:t>Internet and training costs can be barriers </a:t>
            </a:r>
          </a:p>
          <a:p>
            <a:r>
              <a:rPr lang="en-US" dirty="0"/>
              <a:t>Learners need practical projects to build experience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3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primary users are:</a:t>
            </a:r>
          </a:p>
          <a:p>
            <a:r>
              <a:rPr lang="en-US" dirty="0"/>
              <a:t>Secondary-school graduates </a:t>
            </a:r>
          </a:p>
          <a:p>
            <a:r>
              <a:rPr lang="en-US" dirty="0"/>
              <a:t>College and university students </a:t>
            </a:r>
          </a:p>
          <a:p>
            <a:r>
              <a:rPr lang="en-US" dirty="0"/>
              <a:t>Young people looking for digital skills </a:t>
            </a:r>
          </a:p>
          <a:p>
            <a:r>
              <a:rPr lang="en-US" dirty="0"/>
              <a:t>Beginners interested in programming </a:t>
            </a:r>
          </a:p>
          <a:p>
            <a:r>
              <a:rPr lang="en-US" dirty="0"/>
              <a:t>Young entrepreneurs who need technology skills </a:t>
            </a:r>
          </a:p>
          <a:p>
            <a:r>
              <a:rPr lang="en-US" b="1" dirty="0"/>
              <a:t>Initial focus:</a:t>
            </a:r>
            <a:r>
              <a:rPr lang="en-US" dirty="0"/>
              <a:t> Young people in Kenya and other African communities.</a:t>
            </a:r>
          </a:p>
        </p:txBody>
      </p:sp>
    </p:spTree>
    <p:extLst>
      <p:ext uri="{BB962C8B-B14F-4D97-AF65-F5344CB8AC3E}">
        <p14:creationId xmlns:p14="http://schemas.microsoft.com/office/powerpoint/2010/main" val="3068123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ICT Skills Platform provides practical, beginner-friendly digital training in one place.</a:t>
            </a:r>
          </a:p>
          <a:p>
            <a:r>
              <a:rPr lang="en-US" dirty="0"/>
              <a:t>Learners can:</a:t>
            </a:r>
          </a:p>
          <a:p>
            <a:r>
              <a:rPr lang="en-US" dirty="0"/>
              <a:t>Learn computer fundamentals </a:t>
            </a:r>
          </a:p>
          <a:p>
            <a:r>
              <a:rPr lang="en-US" dirty="0"/>
              <a:t>Learn Python programming </a:t>
            </a:r>
          </a:p>
          <a:p>
            <a:r>
              <a:rPr lang="en-US" dirty="0"/>
              <a:t>Learn web development </a:t>
            </a:r>
          </a:p>
          <a:p>
            <a:r>
              <a:rPr lang="en-US" dirty="0"/>
              <a:t>Complete practical projects </a:t>
            </a:r>
          </a:p>
          <a:p>
            <a:r>
              <a:rPr lang="en-US" dirty="0"/>
              <a:t>Take quizzes and assessments </a:t>
            </a:r>
          </a:p>
          <a:p>
            <a:r>
              <a:rPr lang="en-US" dirty="0"/>
              <a:t>Track their learning progress</a:t>
            </a:r>
          </a:p>
        </p:txBody>
      </p:sp>
    </p:spTree>
    <p:extLst>
      <p:ext uri="{BB962C8B-B14F-4D97-AF65-F5344CB8AC3E}">
        <p14:creationId xmlns:p14="http://schemas.microsoft.com/office/powerpoint/2010/main" val="3616289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platform will include:</a:t>
            </a:r>
          </a:p>
          <a:p>
            <a:r>
              <a:rPr lang="en-US" b="1" dirty="0"/>
              <a:t>Learning courses</a:t>
            </a:r>
            <a:r>
              <a:rPr lang="en-US" dirty="0"/>
              <a:t> → Step-by-step lessons</a:t>
            </a:r>
            <a:br>
              <a:rPr lang="en-US" dirty="0"/>
            </a:br>
            <a:r>
              <a:rPr lang="en-US" b="1" dirty="0"/>
              <a:t>Practice</a:t>
            </a:r>
            <a:r>
              <a:rPr lang="en-US" dirty="0"/>
              <a:t> → Exercises and coding challenges</a:t>
            </a:r>
            <a:br>
              <a:rPr lang="en-US" dirty="0"/>
            </a:br>
            <a:r>
              <a:rPr lang="en-US" b="1" dirty="0"/>
              <a:t>Projects</a:t>
            </a:r>
            <a:r>
              <a:rPr lang="en-US" dirty="0"/>
              <a:t> → Real-world projects for learners</a:t>
            </a:r>
            <a:br>
              <a:rPr lang="en-US" dirty="0"/>
            </a:br>
            <a:r>
              <a:rPr lang="en-US" b="1" dirty="0"/>
              <a:t>Progress tracking</a:t>
            </a:r>
            <a:r>
              <a:rPr lang="en-US" dirty="0"/>
              <a:t> → Monitor completed lessons</a:t>
            </a:r>
            <a:br>
              <a:rPr lang="en-US" dirty="0"/>
            </a:br>
            <a:r>
              <a:rPr lang="en-US" b="1" dirty="0"/>
              <a:t>Assessments</a:t>
            </a:r>
            <a:r>
              <a:rPr lang="en-US" dirty="0"/>
              <a:t> → Quizzes and skill checks</a:t>
            </a:r>
            <a:br>
              <a:rPr lang="en-US" dirty="0"/>
            </a:br>
            <a:r>
              <a:rPr lang="en-US" b="1" dirty="0"/>
              <a:t>Certificates</a:t>
            </a:r>
            <a:r>
              <a:rPr lang="en-US" dirty="0"/>
              <a:t> → Recognition after completing courses</a:t>
            </a:r>
          </a:p>
        </p:txBody>
      </p:sp>
    </p:spTree>
    <p:extLst>
      <p:ext uri="{BB962C8B-B14F-4D97-AF65-F5344CB8AC3E}">
        <p14:creationId xmlns:p14="http://schemas.microsoft.com/office/powerpoint/2010/main" val="2616349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1. Sign up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Create a learner account.</a:t>
            </a:r>
          </a:p>
          <a:p>
            <a:r>
              <a:rPr lang="en-US" b="1" dirty="0"/>
              <a:t>2. Choose a skill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Select Python, web development, computer basics, or another course.</a:t>
            </a:r>
          </a:p>
          <a:p>
            <a:r>
              <a:rPr lang="en-US" b="1" dirty="0"/>
              <a:t>3. Learn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Follow short lessons and examples.</a:t>
            </a:r>
          </a:p>
          <a:p>
            <a:r>
              <a:rPr lang="en-US" b="1" dirty="0"/>
              <a:t>4. Practice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Complete exercises and challenges.</a:t>
            </a:r>
          </a:p>
          <a:p>
            <a:r>
              <a:rPr lang="en-US" b="1" dirty="0"/>
              <a:t>5. Build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Create practical projects.</a:t>
            </a:r>
          </a:p>
          <a:p>
            <a:r>
              <a:rPr lang="en-US" b="1" dirty="0"/>
              <a:t>6. Track progress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See completed courses and achievements.</a:t>
            </a:r>
          </a:p>
        </p:txBody>
      </p:sp>
    </p:spTree>
    <p:extLst>
      <p:ext uri="{BB962C8B-B14F-4D97-AF65-F5344CB8AC3E}">
        <p14:creationId xmlns:p14="http://schemas.microsoft.com/office/powerpoint/2010/main" val="3733018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For learners:</a:t>
            </a:r>
            <a:r>
              <a:rPr lang="en-US" dirty="0"/>
              <a:t> Affordable and practical digital education.</a:t>
            </a:r>
          </a:p>
          <a:p>
            <a:r>
              <a:rPr lang="en-US" b="1" dirty="0"/>
              <a:t>For schools:</a:t>
            </a:r>
            <a:r>
              <a:rPr lang="en-US" dirty="0"/>
              <a:t> Additional digital-learning resources.</a:t>
            </a:r>
          </a:p>
          <a:p>
            <a:r>
              <a:rPr lang="en-US" b="1" dirty="0"/>
              <a:t>For employers:</a:t>
            </a:r>
            <a:r>
              <a:rPr lang="en-US" dirty="0"/>
              <a:t> Learners develop practical, demonstrable skills.</a:t>
            </a:r>
          </a:p>
          <a:p>
            <a:r>
              <a:rPr lang="en-US" b="1" dirty="0"/>
              <a:t>For communities:</a:t>
            </a:r>
            <a:r>
              <a:rPr lang="en-US" dirty="0"/>
              <a:t> More young people gain skills for the digital economy.</a:t>
            </a:r>
          </a:p>
        </p:txBody>
      </p:sp>
    </p:spTree>
    <p:extLst>
      <p:ext uri="{BB962C8B-B14F-4D97-AF65-F5344CB8AC3E}">
        <p14:creationId xmlns:p14="http://schemas.microsoft.com/office/powerpoint/2010/main" val="4022397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Digital skills are increasingly important for education, employment, entrepreneurship, and participation in the digital economy.</a:t>
            </a:r>
          </a:p>
          <a:p>
            <a:r>
              <a:rPr lang="en-US" dirty="0"/>
              <a:t>Our initial market is:</a:t>
            </a:r>
          </a:p>
          <a:p>
            <a:r>
              <a:rPr lang="en-US" b="1" dirty="0"/>
              <a:t>Primary:</a:t>
            </a:r>
            <a:r>
              <a:rPr lang="en-US" dirty="0"/>
              <a:t> Young people in Kenya</a:t>
            </a:r>
            <a:br>
              <a:rPr lang="en-US" dirty="0"/>
            </a:br>
            <a:r>
              <a:rPr lang="en-US" b="1" dirty="0"/>
              <a:t>Expansion:</a:t>
            </a:r>
            <a:r>
              <a:rPr lang="en-US" dirty="0"/>
              <a:t> Students and young people across Africa</a:t>
            </a:r>
          </a:p>
          <a:p>
            <a:r>
              <a:rPr lang="en-US" dirty="0"/>
              <a:t>The platform can start with a focused group of learners and expand as the product and learning model improve.</a:t>
            </a:r>
          </a:p>
        </p:txBody>
      </p:sp>
    </p:spTree>
    <p:extLst>
      <p:ext uri="{BB962C8B-B14F-4D97-AF65-F5344CB8AC3E}">
        <p14:creationId xmlns:p14="http://schemas.microsoft.com/office/powerpoint/2010/main" val="1069163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The platform could use a </a:t>
            </a:r>
            <a:r>
              <a:rPr lang="en-US" b="1" dirty="0"/>
              <a:t>freemium model</a:t>
            </a:r>
            <a:r>
              <a:rPr lang="en-US" dirty="0"/>
              <a:t>:</a:t>
            </a:r>
          </a:p>
          <a:p>
            <a:r>
              <a:rPr lang="en-US" b="1" dirty="0"/>
              <a:t>Free</a:t>
            </a:r>
            <a:endParaRPr lang="en-US" dirty="0"/>
          </a:p>
          <a:p>
            <a:r>
              <a:rPr lang="en-US" dirty="0"/>
              <a:t>Basic computer lessons </a:t>
            </a:r>
          </a:p>
          <a:p>
            <a:r>
              <a:rPr lang="en-US" dirty="0"/>
              <a:t>Selected introductory courses </a:t>
            </a:r>
          </a:p>
          <a:p>
            <a:r>
              <a:rPr lang="en-US" dirty="0"/>
              <a:t>Basic exercises </a:t>
            </a:r>
          </a:p>
          <a:p>
            <a:r>
              <a:rPr lang="en-US" b="1" dirty="0"/>
              <a:t>Premium</a:t>
            </a:r>
            <a:endParaRPr lang="en-US" dirty="0"/>
          </a:p>
          <a:p>
            <a:r>
              <a:rPr lang="en-US" dirty="0"/>
              <a:t>Full courses </a:t>
            </a:r>
          </a:p>
          <a:p>
            <a:r>
              <a:rPr lang="en-US" dirty="0"/>
              <a:t>Advanced projects </a:t>
            </a:r>
          </a:p>
          <a:p>
            <a:r>
              <a:rPr lang="en-US" dirty="0"/>
              <a:t>Certificates </a:t>
            </a:r>
          </a:p>
          <a:p>
            <a:r>
              <a:rPr lang="en-US" dirty="0"/>
              <a:t>Additional learning resources </a:t>
            </a:r>
          </a:p>
          <a:p>
            <a:r>
              <a:rPr lang="en-US" dirty="0"/>
              <a:t>Possible additional revenue sources:</a:t>
            </a:r>
          </a:p>
          <a:p>
            <a:r>
              <a:rPr lang="en-US" dirty="0"/>
              <a:t>School/institution subscriptions </a:t>
            </a:r>
          </a:p>
          <a:p>
            <a:r>
              <a:rPr lang="en-US" dirty="0"/>
              <a:t>Partnerships </a:t>
            </a:r>
          </a:p>
          <a:p>
            <a:r>
              <a:rPr lang="en-US" dirty="0"/>
              <a:t>Sponsored training programs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048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Competition &amp; Differentiation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Learners already have access to online tutorials, videos, and learning platforms.</a:t>
            </a:r>
          </a:p>
          <a:p>
            <a:r>
              <a:rPr lang="en-US" dirty="0"/>
              <a:t>Our focus is to differentiate through:</a:t>
            </a:r>
          </a:p>
          <a:p>
            <a:r>
              <a:rPr lang="en-US" dirty="0"/>
              <a:t>Beginner-friendly learning </a:t>
            </a:r>
          </a:p>
          <a:p>
            <a:r>
              <a:rPr lang="en-US" dirty="0"/>
              <a:t>Practical projects </a:t>
            </a:r>
          </a:p>
          <a:p>
            <a:r>
              <a:rPr lang="en-US" dirty="0"/>
              <a:t>Local learner needs </a:t>
            </a:r>
          </a:p>
          <a:p>
            <a:r>
              <a:rPr lang="en-US" dirty="0"/>
              <a:t>Affordable access </a:t>
            </a:r>
          </a:p>
          <a:p>
            <a:r>
              <a:rPr lang="en-US" dirty="0"/>
              <a:t>Structured learning paths </a:t>
            </a:r>
          </a:p>
          <a:p>
            <a:r>
              <a:rPr lang="en-US" dirty="0"/>
              <a:t>Progress tracking </a:t>
            </a:r>
          </a:p>
          <a:p>
            <a:r>
              <a:rPr lang="en-US" dirty="0"/>
              <a:t>The goal is not simply to provide information, but to help learners </a:t>
            </a:r>
            <a:r>
              <a:rPr lang="en-US" b="1" dirty="0"/>
              <a:t>practice and build usable skills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5740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Go-to-Market &amp;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can begin by reaching learners through:</a:t>
            </a:r>
          </a:p>
          <a:p>
            <a:r>
              <a:rPr lang="en-US" dirty="0"/>
              <a:t>Schools and colleges </a:t>
            </a:r>
          </a:p>
          <a:p>
            <a:r>
              <a:rPr lang="en-US" dirty="0"/>
              <a:t>Student communities </a:t>
            </a:r>
          </a:p>
          <a:p>
            <a:r>
              <a:rPr lang="en-US" dirty="0"/>
              <a:t>Social media </a:t>
            </a:r>
          </a:p>
          <a:p>
            <a:r>
              <a:rPr lang="en-US" dirty="0"/>
              <a:t>Digital-skills workshops </a:t>
            </a:r>
          </a:p>
          <a:p>
            <a:r>
              <a:rPr lang="en-US" dirty="0"/>
              <a:t>Partnerships with youth organizations </a:t>
            </a:r>
          </a:p>
          <a:p>
            <a:r>
              <a:rPr lang="en-US" dirty="0"/>
              <a:t>Referral programs </a:t>
            </a:r>
          </a:p>
          <a:p>
            <a:r>
              <a:rPr lang="en-US" b="1" dirty="0"/>
              <a:t>Early growth strategy:</a:t>
            </a:r>
            <a:r>
              <a:rPr lang="en-US" dirty="0"/>
              <a:t> Start with a small group of learners, collect feedback, improve the MVP, and then expand. </a:t>
            </a:r>
          </a:p>
        </p:txBody>
      </p:sp>
    </p:spTree>
    <p:extLst>
      <p:ext uri="{BB962C8B-B14F-4D97-AF65-F5344CB8AC3E}">
        <p14:creationId xmlns:p14="http://schemas.microsoft.com/office/powerpoint/2010/main" val="3226224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 / 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Vision: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To help more young people gain practical digital skills and become confident creators in the digital economy.</a:t>
            </a:r>
          </a:p>
          <a:p>
            <a:r>
              <a:rPr lang="en-US" b="1" dirty="0"/>
              <a:t>First goal: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Build and test an MVP with an initial group of learners.</a:t>
            </a:r>
          </a:p>
          <a:p>
            <a:r>
              <a:rPr lang="en-US" b="1" dirty="0"/>
              <a:t>Long-term goal: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Expand the platform to serve learners across Africa.</a:t>
            </a:r>
          </a:p>
          <a:p>
            <a:r>
              <a:rPr lang="en-US" b="1" dirty="0"/>
              <a:t>Call to action:</a:t>
            </a:r>
            <a:r>
              <a:rPr lang="en-US" dirty="0"/>
              <a:t/>
            </a:r>
            <a:br>
              <a:rPr lang="en-US" dirty="0"/>
            </a:br>
            <a:r>
              <a:rPr lang="en-US" i="1" dirty="0"/>
              <a:t>Let's make practical digital education accessible to more young people.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499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604</Words>
  <Application>Microsoft Office PowerPoint</Application>
  <PresentationFormat>Widescreen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ICT Skills Platform </vt:lpstr>
      <vt:lpstr>Problem</vt:lpstr>
      <vt:lpstr>Target Users</vt:lpstr>
      <vt:lpstr>Solution</vt:lpstr>
      <vt:lpstr>Product</vt:lpstr>
      <vt:lpstr>How It Works</vt:lpstr>
      <vt:lpstr>Value Proposition</vt:lpstr>
      <vt:lpstr>Market Opportunity</vt:lpstr>
      <vt:lpstr>Business Model</vt:lpstr>
      <vt:lpstr>Competition &amp; Differentiation</vt:lpstr>
      <vt:lpstr>Go-to-Market &amp; Growth</vt:lpstr>
      <vt:lpstr>Vision / Call to 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CampusFix Making Campus IT Support Faster and Easier Founder: Peter Ochihai Field: Information Technology</dc:title>
  <dc:creator>ADMIN</dc:creator>
  <cp:lastModifiedBy>ADMIN</cp:lastModifiedBy>
  <cp:revision>9</cp:revision>
  <dcterms:created xsi:type="dcterms:W3CDTF">2026-09-30T12:28:36Z</dcterms:created>
  <dcterms:modified xsi:type="dcterms:W3CDTF">2026-10-01T07:29:49Z</dcterms:modified>
</cp:coreProperties>
</file>